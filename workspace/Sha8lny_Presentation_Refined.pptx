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Sha8lny - شغّلني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Career Empowerment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University Graduation Project 2025 | ITCS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Career Crisis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Egypt's Youth Employment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27% Youth Unemployment Rate in Egypt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700,000+ Graduates Enter Job Market Yearly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60% of Graduates Work in Unrelated Fields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Students don't know what skills they need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Companies can't find qualified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clear career direction → Wasted years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Outdated curriculum → Skills mismatch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Overwhelming resources → Don't know where to start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 practical guidance → Generic advice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Students Need: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Personalized career assessment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Skills-to-job mapping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AI-guided learning paths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Sha8lny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Career Companion for the Egyptian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Career Assessment — Evaluate skills &amp; gaps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Personalized Roadmaps — Step-by-step learning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Egyptian Job Integration — Wuzzuf, Bayt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Career Advisor — 24/7 career chatbot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Smart Course Matching — Udemy, Coursera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Market Insights — Trending skills &amp; salaries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— Academic Deliverables Matrix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Engineering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SRS Document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Architectural Methodology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ERD, HLD Documents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Django API (10 Modules)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UI (15 Pages)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+ ChromaDB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Monolithic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91840"/>
          </a:xfrm>
          <a:prstGeom prst="roundRect">
            <a:avLst/>
          </a:prstGeom>
          <a:solidFill>
            <a:srgbClr val="2E4053"/>
          </a:solidFill>
          <a:ln w="25400">
            <a:solidFill>
              <a:srgbClr val="27788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[Architecture Diagram]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Monolith Selection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Modular Monolith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Factor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Single codebase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timeline (16 weeks)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 Compliance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Native PostgreSQL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integrity 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Overhead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Single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size (&lt;6)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Profile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In-process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Single compute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budget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18, Vite, TypeScript, TailwindCSS, shadcn/ui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Django 5.x, Django REST Framework, JWT 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(primary), Redis (cache/queue)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AI/ML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 Studio, ChromaDB, Sentence Transformers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Sources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O*NET, roadmap.sh, Wuzzuf, Bayt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Assessment →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91840"/>
          </a:xfrm>
          <a:prstGeom prst="roundRect">
            <a:avLst/>
          </a:prstGeom>
          <a:solidFill>
            <a:srgbClr val="2E4053"/>
          </a:solidFill>
          <a:ln w="25400">
            <a:solidFill>
              <a:srgbClr val="27788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Flow Diagram]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91840"/>
          </a:xfrm>
          <a:prstGeom prst="roundRect">
            <a:avLst/>
          </a:prstGeom>
          <a:solidFill>
            <a:srgbClr val="2E4053"/>
          </a:solidFill>
          <a:ln w="25400">
            <a:solidFill>
              <a:srgbClr val="27788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[ERD Diagram]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Architecture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/api/v1/users/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(Auth0-ready)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/api/v1/assessments/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/api/v1/roadmaps/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/api/v1/advisory/chat/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+ Throttling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/api/v1/jobs/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+ JWT Enhanced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/api/v1/courses/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Task Processing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 Task Queue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Django API → Redis Broker → Celery Worker Pool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Types: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assessment_analysis.task (LLM skill evaluation)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roadmap_generation.task (RAG-enhanced planning)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job_scraping.task (Wuzzuf/Bayt ingestion)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notification_dispatch.task (Email/Push delivery)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Non-blocking API responses for AI inference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Horizontal scalability via worker pool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Engineering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UUID Primary Keys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uuid.uuid4() on all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Distributed-ready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JSONB Metadata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Assessment.responses, Roadmap.ai_metadata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flexibility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 Delete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BaseModel.is_deleted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Indexing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40+ custom indexes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O(log n) lookups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Composite Constraints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unique_together, UniqueConstraint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integrity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Page Architecture (15 Pages)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Journey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Assessment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Assessment, Session, Results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→ Analysis → Results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Discovery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Jobs, SavedJobs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→ Bookmark → Apply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Advisory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RAG-powered chatbot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Login, Register, Profile, Settings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→ Preferences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visualization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Navigation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Dashboard, Index, NotFound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91840"/>
          </a:xfrm>
          <a:prstGeom prst="roundRect">
            <a:avLst/>
          </a:prstGeom>
          <a:solidFill>
            <a:srgbClr val="2E4053"/>
          </a:solidFill>
          <a:ln w="25400">
            <a:solidFill>
              <a:srgbClr val="27788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 Pipeline Diagram]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Engineering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career_knowledge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build_vector_db.py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characters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CHUNK_SIZE constant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 Overlap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characters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CHUNK_OVERLAP constant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all-MiniLM-L6-v2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Sentence Transformers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Dimensions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specification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documents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optimization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Source Selection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Query Routing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keywords → roadmap.sh collection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keywords → O*NET collection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queries → All collections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Faster queries (smaller search space)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More relevant results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Better answer quality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Anti-Hallucination Prompt Engineering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Balanced: factual but natural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Tokens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Sufficient for detailed responses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TOP_K Retrieval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over quantity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 hanging requests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 Studio Local Inference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Tested Models: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Gemma-2-2b-it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Qwen2.5-1.5B-Instruct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Runtime Parameters: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Context Length: 4096 tokens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Temperature: 0.3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Max Tokens: 400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API: localhost:1234/v1/chat/completions</a:t>
            </a:r>
            <a:endParaRPr lang="en-US" sz="1600" dirty="0"/>
          </a:p>
          <a:p>
            <a:pPr>
              <a:spcAft>
                <a:spcPts val="1200"/>
              </a:spcAft>
            </a:pP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Zero API costs | ✅ Full data privacy | ✅ Offline capable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Flow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1️⃣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Career Advisor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sec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2️⃣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Assessment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sec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3️⃣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Personalized Roadmap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sec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4️⃣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Matching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5️⃣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sec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Achievements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Deliverables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Architectural Design — Modular Monolithic Architecture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Backend Implementation — Django RESTful API (10 Modules)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Frontend Development — React TypeScript (15 Pages)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Database Engineering — PostgreSQL + JSONB (25+ Models)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RAG Pipeline — ChromaDB + Sentence Transformers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Integration — LM Studio Local Inference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8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📉 LLM Hallucination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Anti-hallucination prompts + temperature=0.3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⏱️ Slow AI Responses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 processing with Celery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📚 Data 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sources (O*NET, roadmap.sh)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🔗 Integration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layer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💰 API Costs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LLM inference with LM Studio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50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Half Development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Frontend-Backend Integration (Weeks 1-2)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Auth0 Universal Login (Weeks 2-3)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Social providers (Google, LinkedIn)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JWT refresh token rotation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Job Scraping - Wuzzuf, Bayt (Weeks 3-4)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Docker + AWS Deployment (Weeks 5-7)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ECS Fargate, RDS PostgreSQL, ElastiCache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User Acceptance Testing (Weeks 7-8)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Sha8lny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Egyptian graduates with AI-driven career guidance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Solving Real Problems: 27% youth unemployment in Egypt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AI-Powered: RAG + LLM for personalized guidance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Solid Architecture: Modular monolith, ready to scale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Data-Driven: O*NET + roadmap.sh + Egyptian market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On Track: First half milestones completed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7788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لاستماعكم 🙏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Listening!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Sha8lny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Nile University | ITCS Department | 2025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Sha8lny - AI-Powered Career Empowerment Platform</dc:title>
  <dc:subject>Nile University Graduation Project 2025</dc:subject>
  <dc:creator>Team Sha8lny</dc:creator>
  <cp:lastModifiedBy>Team Sha8lny</cp:lastModifiedBy>
  <cp:revision>1</cp:revision>
  <dcterms:created xsi:type="dcterms:W3CDTF">2026-01-26T15:39:48Z</dcterms:created>
  <dcterms:modified xsi:type="dcterms:W3CDTF">2026-01-26T15:39:48Z</dcterms:modified>
</cp:coreProperties>
</file>